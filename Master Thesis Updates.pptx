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03" autoAdjust="0"/>
    <p:restoredTop sz="94660"/>
  </p:normalViewPr>
  <p:slideViewPr>
    <p:cSldViewPr snapToGrid="0">
      <p:cViewPr>
        <p:scale>
          <a:sx n="88" d="100"/>
          <a:sy n="88" d="100"/>
        </p:scale>
        <p:origin x="207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FC2C6B-1EC2-486B-91A4-909D1FEE0276}" type="datetimeFigureOut">
              <a:rPr lang="LID4096" smtClean="0"/>
              <a:t>04/16/2026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FF5565-A286-40EC-9626-D8188B2D2F6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202151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F5565-A286-40EC-9626-D8188B2D2F64}" type="slidenum">
              <a:rPr lang="LID4096" smtClean="0"/>
              <a:t>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980178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8E113-6726-F0E3-8C84-E2FB791C37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9BEFDC-EB5A-E6FB-5BF6-81444E596D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AF4BF1-422C-DC15-273E-6B1FB97913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04/16/2026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222809-1AD6-D0F4-ED19-FD65B0450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38EAD9-AC20-D8AF-0CC4-763AD47CC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30217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8E9CE-09F2-75FF-6FE7-3A805D722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267E33-0A8B-18F2-31BD-97E724623D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93B797-9198-E895-2EC3-B3C649D3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04/16/2026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BFE03-71C0-E3F0-2E4B-1991341D7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31D9EF-D10E-55CF-3A53-D67694047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51397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13242-B4AF-1F88-A2E9-1A3E3BA39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A2004B-46F6-01E5-E054-F93C32ABF6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33ADE-D01A-0AC4-F0BA-A836ABB833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04/16/2026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45A7FC-FE33-8E94-1E8F-3005F89C8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229D50-97EF-03A7-B8EA-736676140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878392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3761D3-25E3-FF1A-C8B2-6654AFF10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699052-D306-7A5E-F02C-59051406C9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EB77F6-5AFE-B844-6636-62F89BEBA1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D69367-3DD7-5CC9-FF69-55125D3EB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04/16/2026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18BE9F-15B9-C29F-D1F2-CD474D975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EC6E7B-365F-F1B6-D023-0D39D80A7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725349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D2D77B-377E-E195-8481-2429D5FF37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362CEB-387D-69E0-7D01-6D9D23C01E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9635FA-9508-F7F9-27A8-619D354CF9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72536C1-80C6-D25A-6843-CC8D3D671F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0CFB0E-D8FE-24BD-290F-F9E4A90EFC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E07B53-513D-26BB-F467-812FCFAD89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04/16/2026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F23B8C-147C-E3A5-5018-6FAC10375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D86BB9-C074-0BF9-C3AD-E156D6090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95041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E8C81-E0AF-C83F-7935-4DFBD23BB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3B34F7-4783-1756-D5A8-589267E79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04/16/2026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FF20D5-BE7A-F9BF-0F3E-2F629B46E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2287B3-6626-956A-285F-FF51373E8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03843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179139-2790-1340-ABE2-596B6595B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04/16/2026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67161A-0187-2A32-234C-30F21A5D75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23702F-3893-CFCF-A8C1-C9DF41929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8052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85CE3-8AEA-603B-3F56-E844B5F822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257E87-E7B0-AE2A-A15C-C8CF66CB69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EEFAD3-BA31-F54A-A0DA-537134F7A3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3F2ED9-0C91-00D5-71EA-768D29E5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04/16/2026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CEC455-F3A9-0EF9-C42D-E09F3D1AD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A38115-39E1-99C1-4D77-5FAEFC4C5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350735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0C68C-C0F5-7CCA-10D8-972359752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2D8605-1CD9-C251-5895-9C3B761F7F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A607C0-678F-47E1-894E-2D37AE2503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FF6918-00D4-D005-168B-A4430A299C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04/16/2026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90169E-9A0F-153B-24E3-2252603C9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AD7C3D-E966-078A-EFE6-A6789783D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6889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BBDE1-1FE3-5CAE-391A-10EB18B1E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1FB561-579F-CA1B-F73A-B3EF9B5C64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1DA32B-71F1-4E07-71EB-0D5F145CE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04/16/2026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6CF44-4B08-E461-5EDE-D55B6462BD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E0F79C-179E-3373-660F-261F5DD7E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640839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23B1E75-93CC-1A37-063C-E5AE838CC7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67D517-FDFF-5E99-C05B-CF03AA77D6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237872-732E-8EDD-267D-307296D91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DE9BD-4944-43A0-B7B5-5426B3256249}" type="datetimeFigureOut">
              <a:rPr lang="LID4096" smtClean="0"/>
              <a:t>04/16/2026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98555F-3269-F1A0-4238-DDBAC6974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27A951-CD6B-9F7D-375D-94D92A19F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223958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8A28D6-DE79-EC65-A10E-35A2DCA41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9ADF70-00ED-2EAB-81FA-B2A2DB2479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720FEB-E2DA-1A3C-46F0-4478B62647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0DE9BD-4944-43A0-B7B5-5426B3256249}" type="datetimeFigureOut">
              <a:rPr lang="LID4096" smtClean="0"/>
              <a:t>04/16/2026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70D0E6-BF80-3F2F-AA8C-7D9AFFB682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B0D91A-B1D9-57BB-7E12-838598696F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EF8577-80FE-4B67-900B-CF3755B9F02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67068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hyperlink" Target="https://github.com/google-deepmind/hanabi-learning-environment" TargetMode="Externa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07938-D283-4B9B-A19D-DBFA5C7D93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Master Thesis Updates</a:t>
            </a:r>
            <a:endParaRPr lang="LID4096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5EC4CD-8A6F-6A9B-D81F-94731D5F06E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Moritz Sölderer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8036183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85EAA0-63CC-BC3F-4CE3-D4ABBCF7234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28" b="50000"/>
          <a:stretch>
            <a:fillRect/>
          </a:stretch>
        </p:blipFill>
        <p:spPr>
          <a:xfrm>
            <a:off x="472696" y="1550783"/>
            <a:ext cx="5552790" cy="43775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A2A3569-7D69-E849-0CCA-AE6B5E727FC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000"/>
          <a:stretch>
            <a:fillRect/>
          </a:stretch>
        </p:blipFill>
        <p:spPr>
          <a:xfrm>
            <a:off x="6096000" y="1518427"/>
            <a:ext cx="5552790" cy="4442233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0AB8EFA-0B47-B1CF-3B5F-4152BF5C50C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Communication </a:t>
            </a:r>
            <a:r>
              <a:rPr lang="de-DE" dirty="0" err="1"/>
              <a:t>Failure</a:t>
            </a:r>
            <a:r>
              <a:rPr lang="de-DE" dirty="0"/>
              <a:t> (10% Prob.)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0047765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D0668-2854-5F9B-ACD7-7D1866405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Additional Environments (</a:t>
            </a:r>
            <a:r>
              <a:rPr lang="de-DE" dirty="0" err="1"/>
              <a:t>Thoughts</a:t>
            </a:r>
            <a:r>
              <a:rPr lang="de-DE" dirty="0"/>
              <a:t>):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821E0E-FEE5-332B-64CF-E86EFCAFDE99}"/>
              </a:ext>
            </a:extLst>
          </p:cNvPr>
          <p:cNvSpPr txBox="1"/>
          <p:nvPr/>
        </p:nvSpPr>
        <p:spPr>
          <a:xfrm>
            <a:off x="838200" y="2028597"/>
            <a:ext cx="609686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Hanabi (2 or 3 players)</a:t>
            </a:r>
            <a:br>
              <a:rPr lang="en-GB" dirty="0"/>
            </a:br>
            <a:r>
              <a:rPr lang="en-GB" dirty="0"/>
              <a:t>used by Google </a:t>
            </a:r>
            <a:r>
              <a:rPr lang="en-GB" dirty="0" err="1"/>
              <a:t>Deepmind</a:t>
            </a:r>
            <a:r>
              <a:rPr lang="en-GB" dirty="0"/>
              <a:t> [</a:t>
            </a:r>
            <a:r>
              <a:rPr lang="en-GB" dirty="0">
                <a:hlinkClick r:id="rId2"/>
              </a:rPr>
              <a:t>Google </a:t>
            </a:r>
            <a:r>
              <a:rPr lang="en-GB" dirty="0" err="1">
                <a:hlinkClick r:id="rId2"/>
              </a:rPr>
              <a:t>Deepmind|Hanabi</a:t>
            </a:r>
            <a:r>
              <a:rPr lang="en-GB" dirty="0"/>
              <a:t>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LID4096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BF6F1C7-B38C-6C48-2495-0FCAEDD69D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3825" y="1690688"/>
            <a:ext cx="3609975" cy="27002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8731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316</TotalTime>
  <Words>36</Words>
  <Application>Microsoft Office PowerPoint</Application>
  <PresentationFormat>Widescreen</PresentationFormat>
  <Paragraphs>6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Master Thesis Updates</vt:lpstr>
      <vt:lpstr>PowerPoint Presentation</vt:lpstr>
      <vt:lpstr>Additional Environments (Thoughts):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Moritz Sölderer</dc:creator>
  <cp:lastModifiedBy>Moritz Sölderer</cp:lastModifiedBy>
  <cp:revision>2</cp:revision>
  <dcterms:created xsi:type="dcterms:W3CDTF">2026-04-15T18:37:10Z</dcterms:created>
  <dcterms:modified xsi:type="dcterms:W3CDTF">2026-04-16T15:46:33Z</dcterms:modified>
</cp:coreProperties>
</file>